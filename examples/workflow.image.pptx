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[Assertion]
A presentation that stays yours
[Key Points]
  1. Open with the full loop: an agent plans and designs, then the human keeps ownership of the editable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[Assertion]
Evidence remains editable
[Key Points]
  1. The chart is sourced from structured values, and exports as a native PowerPoint chart with an embedded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[Assertion]
The saved file is the next starting point
[Key Points]
  1. Continue AI work from the saved HTML. Extract its current document model rather than returning to the first generated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presentation that stays yours</dc:title>
  <dc:subject>PptxGenJS Presentation</dc:subject>
  <dc:creator>PptxGenJS</dc:creator>
  <cp:lastModifiedBy>PptxGenJS</cp:lastModifiedBy>
  <cp:revision>1</cp:revision>
  <dcterms:created xsi:type="dcterms:W3CDTF">2026-10-01T04:58:35Z</dcterms:created>
  <dcterms:modified xsi:type="dcterms:W3CDTF">2026-10-01T04:58:35Z</dcterms:modified>
</cp:coreProperties>
</file>