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Workflow</c:v>
                </c:pt>
              </c:strCache>
            </c:strRef>
          </c:tx>
          <c:spPr>
            <a:solidFill>
              <a:srgbClr val="56D5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6D5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B9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587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829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Planning</c:v>
                  </c:pt>
                  <c:pt idx="1">
                    <c:v>Design</c:v>
                  </c:pt>
                  <c:pt idx="2">
                    <c:v>Revision</c:v>
                  </c:pt>
                  <c:pt idx="3">
                    <c:v>Delivery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E9F4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full loop: an agent plans and designs, then the human keeps ownership of the editable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sourced from structured values, and exports as a native PowerPoint chart with an embedded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AI work from the saved HTML. Extract its current document model rather than returning to the first generated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7400" y="749300"/>
            <a:ext cx="609600" cy="50800"/>
          </a:xfrm>
          <a:prstGeom prst="rect">
            <a:avLst/>
          </a:prstGeom>
          <a:solidFill>
            <a:srgbClr val="56D5D0"/>
          </a:solidFill>
          <a:ln w="12700">
            <a:solidFill>
              <a:srgbClr val="56D5D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87400" y="1016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6D5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AGENT-NATIVE SLIDES  /  A LIVING DECK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87400" y="1733550"/>
            <a:ext cx="9969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50" b="1" dirty="0">
                <a:solidFill>
                  <a:srgbClr val="F2F8F7"/>
                </a:solidFill>
                <a:latin typeface="SlidesSans" pitchFamily="34" charset="0"/>
                <a:ea typeface="SlidesSans" pitchFamily="34" charset="-122"/>
                <a:cs typeface="SlidesSans" pitchFamily="34" charset="-120"/>
              </a:rPr>
              <a:t>A presentation</a:t>
            </a:r>
            <a:endParaRPr lang="en-US" sz="6050" dirty="0"/>
          </a:p>
          <a:p>
            <a:pPr indent="0" marL="0">
              <a:buNone/>
            </a:pPr>
            <a:r>
              <a:rPr lang="en-US" sz="6050" b="1" dirty="0">
                <a:solidFill>
                  <a:srgbClr val="F2F8F7"/>
                </a:solidFill>
                <a:latin typeface="SlidesSans" pitchFamily="34" charset="0"/>
                <a:ea typeface="SlidesSans" pitchFamily="34" charset="-122"/>
                <a:cs typeface="SlidesSans" pitchFamily="34" charset="-120"/>
              </a:rPr>
              <a:t>that stays yours.</a:t>
            </a:r>
            <a:endParaRPr lang="en-US" sz="6050" dirty="0"/>
          </a:p>
        </p:txBody>
      </p:sp>
      <p:sp>
        <p:nvSpPr>
          <p:cNvPr id="6" name="Text 3"/>
          <p:cNvSpPr/>
          <p:nvPr/>
        </p:nvSpPr>
        <p:spPr>
          <a:xfrm>
            <a:off x="825500" y="3898900"/>
            <a:ext cx="869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A8C6CC"/>
                </a:solidFill>
                <a:latin typeface="SlidesSans" pitchFamily="34" charset="0"/>
                <a:ea typeface="SlidesSans" pitchFamily="34" charset="-122"/>
                <a:cs typeface="SlidesSans" pitchFamily="34" charset="-120"/>
              </a:rPr>
              <a:t>From first idea to the next revision — in one editable HTML file.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787400" y="5092700"/>
            <a:ext cx="10591800" cy="12700"/>
          </a:xfrm>
          <a:prstGeom prst="rect">
            <a:avLst/>
          </a:prstGeom>
          <a:solidFill>
            <a:srgbClr val="31515B"/>
          </a:solidFill>
          <a:ln w="12700">
            <a:solidFill>
              <a:srgbClr val="3151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7400" y="5372100"/>
            <a:ext cx="10477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6D5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   →    DESIGN    →    BUILD    →    EDIT    →    SAVE    →    PRESENT    →    EXPORT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7400" y="6108700"/>
            <a:ext cx="889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1920 × 1080  ·  53 design languages  ·  human + agent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400" y="6223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6D5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EVIDENCE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87400" y="1206500"/>
            <a:ext cx="10160000" cy="130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2F8F7"/>
                </a:solidFill>
                <a:latin typeface="SlidesSans" pitchFamily="34" charset="0"/>
                <a:ea typeface="SlidesSans" pitchFamily="34" charset="-122"/>
                <a:cs typeface="SlidesSans" pitchFamily="34" charset="-120"/>
              </a:rPr>
              <a:t>The numbers can change.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2F8F7"/>
                </a:solidFill>
                <a:latin typeface="SlidesSans" pitchFamily="34" charset="0"/>
                <a:ea typeface="SlidesSans" pitchFamily="34" charset="-122"/>
                <a:cs typeface="SlidesSans" pitchFamily="34" charset="-120"/>
              </a:rPr>
              <a:t>The story can too.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806450" y="27813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A8C6CC"/>
                </a:solidFill>
                <a:latin typeface="SlidesSans" pitchFamily="34" charset="0"/>
                <a:ea typeface="SlidesSans" pitchFamily="34" charset="-122"/>
                <a:cs typeface="SlidesSans" pitchFamily="34" charset="-120"/>
              </a:rPr>
              <a:t>Edit the source values in the workbench; keep the chart editable in PowerPoint.</a:t>
            </a:r>
            <a:endParaRPr lang="en-US" sz="16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52500" y="3556000"/>
          <a:ext cx="7429500" cy="2349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890000" y="3727450"/>
            <a:ext cx="2381250" cy="1866900"/>
          </a:xfrm>
          <a:prstGeom prst="rect">
            <a:avLst/>
          </a:prstGeom>
          <a:solidFill>
            <a:srgbClr val="15343E"/>
          </a:solidFill>
          <a:ln w="12700">
            <a:solidFill>
              <a:srgbClr val="15343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05900" y="4032250"/>
            <a:ext cx="196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56D5D0"/>
                </a:solidFill>
                <a:latin typeface="SlidesSans" pitchFamily="34" charset="0"/>
                <a:ea typeface="SlidesSans" pitchFamily="34" charset="-122"/>
                <a:cs typeface="SlidesSans" pitchFamily="34" charset="-120"/>
              </a:rPr>
              <a:t>1 file</a:t>
            </a:r>
            <a:endParaRPr lang="en-US" sz="3100" dirty="0"/>
          </a:p>
        </p:txBody>
      </p:sp>
      <p:sp>
        <p:nvSpPr>
          <p:cNvPr id="9" name="Text 5"/>
          <p:cNvSpPr/>
          <p:nvPr/>
        </p:nvSpPr>
        <p:spPr>
          <a:xfrm>
            <a:off x="9105900" y="4737100"/>
            <a:ext cx="1955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8E9"/>
                </a:solidFill>
                <a:latin typeface="SlidesSans" pitchFamily="34" charset="0"/>
                <a:ea typeface="SlidesSans" pitchFamily="34" charset="-122"/>
                <a:cs typeface="SlidesSans" pitchFamily="34" charset="-120"/>
              </a:rPr>
              <a:t>The deck, editor and saved state travel together.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400" y="622300"/>
            <a:ext cx="508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6D5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COLLABORATE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87400" y="1206500"/>
            <a:ext cx="10477500" cy="1308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2F8F7"/>
                </a:solidFill>
                <a:latin typeface="SlidesSans" pitchFamily="34" charset="0"/>
                <a:ea typeface="SlidesSans" pitchFamily="34" charset="-122"/>
                <a:cs typeface="SlidesSans" pitchFamily="34" charset="-120"/>
              </a:rPr>
              <a:t>Your saved edits become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2F8F7"/>
                </a:solidFill>
                <a:latin typeface="SlidesSans" pitchFamily="34" charset="0"/>
                <a:ea typeface="SlidesSans" pitchFamily="34" charset="-122"/>
                <a:cs typeface="SlidesSans" pitchFamily="34" charset="-120"/>
              </a:rPr>
              <a:t>the next starting point.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06450" y="2724150"/>
            <a:ext cx="9842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C6CC"/>
                </a:solidFill>
                <a:latin typeface="SlidesSans" pitchFamily="34" charset="0"/>
                <a:ea typeface="SlidesSans" pitchFamily="34" charset="-122"/>
                <a:cs typeface="SlidesSans" pitchFamily="34" charset="-120"/>
              </a:rPr>
              <a:t>Stable objects, page order, notes and resources stay in the document model.</a:t>
            </a:r>
            <a:endParaRPr lang="en-US" sz="1600" dirty="0"/>
          </a:p>
        </p:txBody>
      </p:sp>
      <p:cxnSp>
        <p:nvCxnSpPr>
          <p:cNvPr id="6" name="Shape 3"/>
          <p:cNvCxnSpPr/>
          <p:nvPr/>
        </p:nvCxnSpPr>
        <p:spPr>
          <a:xfrm>
            <a:off x="2303780" y="4632325"/>
            <a:ext cx="3696970" cy="0"/>
          </a:xfrm>
          <a:prstGeom prst="line">
            <a:avLst/>
          </a:prstGeom>
          <a:noFill/>
          <a:ln w="25400">
            <a:solidFill>
              <a:srgbClr val="68BED0"/>
            </a:solidFill>
            <a:prstDash val="solid"/>
            <a:headEnd type="none"/>
            <a:tailEnd type="triangle"/>
          </a:ln>
        </p:spPr>
      </p:cxnSp>
      <p:cxnSp>
        <p:nvCxnSpPr>
          <p:cNvPr id="7" name="Shape 4"/>
          <p:cNvCxnSpPr/>
          <p:nvPr/>
        </p:nvCxnSpPr>
        <p:spPr>
          <a:xfrm>
            <a:off x="6000750" y="4632325"/>
            <a:ext cx="3696970" cy="0"/>
          </a:xfrm>
          <a:prstGeom prst="line">
            <a:avLst/>
          </a:prstGeom>
          <a:noFill/>
          <a:ln w="25400">
            <a:solidFill>
              <a:srgbClr val="68BED0"/>
            </a:solidFill>
            <a:prstDash val="solid"/>
            <a:headEnd type="none"/>
            <a:tailEnd type="triangle"/>
          </a:ln>
        </p:spPr>
      </p:cxnSp>
      <p:sp>
        <p:nvSpPr>
          <p:cNvPr id="8" name="Shape 5"/>
          <p:cNvSpPr/>
          <p:nvPr/>
        </p:nvSpPr>
        <p:spPr>
          <a:xfrm>
            <a:off x="1002030" y="4241800"/>
            <a:ext cx="2603500" cy="781050"/>
          </a:xfrm>
          <a:prstGeom prst="roundRect">
            <a:avLst>
              <a:gd name="adj" fmla="val 11707"/>
            </a:avLst>
          </a:prstGeom>
          <a:solidFill>
            <a:srgbClr val="244354"/>
          </a:solidFill>
          <a:ln w="12700">
            <a:solidFill>
              <a:srgbClr val="7AD5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2030" y="4241800"/>
            <a:ext cx="2603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+ designs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46930" y="4241800"/>
            <a:ext cx="2707640" cy="781050"/>
          </a:xfrm>
          <a:prstGeom prst="roundRect">
            <a:avLst>
              <a:gd name="adj" fmla="val 11707"/>
            </a:avLst>
          </a:prstGeom>
          <a:solidFill>
            <a:srgbClr val="244354"/>
          </a:solidFill>
          <a:ln w="12700">
            <a:solidFill>
              <a:srgbClr val="7AD5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46930" y="4241800"/>
            <a:ext cx="270764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HTML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workbench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395970" y="4241800"/>
            <a:ext cx="2603500" cy="781050"/>
          </a:xfrm>
          <a:prstGeom prst="roundRect">
            <a:avLst>
              <a:gd name="adj" fmla="val 11707"/>
            </a:avLst>
          </a:prstGeom>
          <a:solidFill>
            <a:srgbClr val="244354"/>
          </a:solidFill>
          <a:ln w="12700">
            <a:solidFill>
              <a:srgbClr val="7AD5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95970" y="4241800"/>
            <a:ext cx="2603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edits + saves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3750" y="6000750"/>
            <a:ext cx="984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6D5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Continue:  extract-document.js saved.html current.json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presentation that stays yours</dc:title>
  <dc:subject>Agent-native-slides input SHA256 4d869656a49877b1feabac993a7b7360f701fcdb865b6ae4ab7e50c20ff86b65</dc:subject>
  <dc:creator>PptxGenJS</dc:creator>
  <cp:lastModifiedBy>PptxGenJS</cp:lastModifiedBy>
  <cp:revision>1</cp:revision>
  <dcterms:created xsi:type="dcterms:W3CDTF">2026-09-30T18:22:41Z</dcterms:created>
  <dcterms:modified xsi:type="dcterms:W3CDTF">2026-09-30T18:22:41Z</dcterms:modified>
</cp:coreProperties>
</file>