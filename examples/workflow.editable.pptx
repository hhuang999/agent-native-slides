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charts/chart1.xml" ContentType="application/vnd.openxmlformats-officedocument.drawingml.chart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</p:sldIdLst>
  <p:notesMasterIdLst>
    <p:notesMasterId r:id="rId5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notesMaster" Target="notesMasters/notesMaster1.xml"/><Relationship Id="rId6" Type="http://schemas.openxmlformats.org/officeDocument/2006/relationships/presProps" Target="presProps.xml"/><Relationship Id="rId7" Type="http://schemas.openxmlformats.org/officeDocument/2006/relationships/viewProps" Target="viewProps.xml"/><Relationship Id="rId8" Type="http://schemas.openxmlformats.org/officeDocument/2006/relationships/theme" Target="theme/theme1.xml"/><Relationship Id="rId9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Workflow</c:v>
                </c:pt>
              </c:strCache>
            </c:strRef>
          </c:tx>
          <c:spPr>
            <a:solidFill>
              <a:srgbClr val="56D5D0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dPt>
            <c:idx val="0"/>
            <c:invertIfNegative val="0"/>
            <c:bubble3D val="0"/>
            <c:spPr>
              <a:solidFill>
                <a:srgbClr val="56D5D0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E8B964"/>
              </a:solidFill>
              <a:effectLst/>
            </c:spPr>
          </c:dPt>
          <c:dPt>
            <c:idx val="2"/>
            <c:invertIfNegative val="0"/>
            <c:bubble3D val="0"/>
            <c:spPr>
              <a:solidFill>
                <a:srgbClr val="8587E9"/>
              </a:solidFill>
              <a:effectLst/>
            </c:spPr>
          </c:dPt>
          <c:dPt>
            <c:idx val="3"/>
            <c:invertIfNegative val="0"/>
            <c:bubble3D val="0"/>
            <c:spPr>
              <a:solidFill>
                <a:srgbClr val="F28291"/>
              </a:solidFill>
              <a:effectLst/>
            </c:spPr>
          </c:dPt>
          <c:cat>
            <c:multiLvlStrRef>
              <c:f>Sheet1!$A$2:$A$5</c:f>
              <c:multiLvlStrCache>
                <c:ptCount val="4"/>
                <c:lvl>
                  <c:pt idx="0">
                    <c:v>Planning</c:v>
                  </c:pt>
                  <c:pt idx="1">
                    <c:v>Design</c:v>
                  </c:pt>
                  <c:pt idx="2">
                    <c:v>Revision</c:v>
                  </c:pt>
                  <c:pt idx="3">
                    <c:v>Delivery</c:v>
                  </c:pt>
                </c:lvl>
              </c:multiLvlStrCache>
            </c:multiLvl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4</c:v>
                </c:pt>
                <c:pt idx="1">
                  <c:v>6</c:v>
                </c:pt>
                <c:pt idx="2">
                  <c:v>8</c:v>
                </c:pt>
                <c:pt idx="3">
                  <c:v>10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12700" cap="flat">
              <a:solidFill>
                <a:srgbClr val="888888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Open with the full loop: an agent plans and designs, then the human keeps ownership of the editable file.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chart is sourced from structured values, and exports as a native PowerPoint chart with an embedded workbook.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Continue AI work from the saved HTML. Extract its current document model rather than returning to the first generated plan.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chart" Target="/ppt/charts/chart1.xml"/><Relationship Id="rId1" Type="http://schemas.openxmlformats.org/officeDocument/2006/relationships/image" Target="../media/image-2-1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787400" y="749300"/>
            <a:ext cx="609600" cy="50800"/>
          </a:xfrm>
          <a:prstGeom prst="rect">
            <a:avLst/>
          </a:prstGeom>
          <a:solidFill>
            <a:srgbClr val="56D5D0"/>
          </a:solidFill>
          <a:ln w="12700">
            <a:solidFill>
              <a:srgbClr val="56D5D0"/>
            </a:solidFill>
            <a:prstDash val="solid"/>
          </a:ln>
        </p:spPr>
      </p:sp>
      <p:sp>
        <p:nvSpPr>
          <p:cNvPr id="4" name="Text 1"/>
          <p:cNvSpPr/>
          <p:nvPr/>
        </p:nvSpPr>
        <p:spPr>
          <a:xfrm>
            <a:off x="787400" y="1016000"/>
            <a:ext cx="7620000" cy="3175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350" dirty="0">
                <a:solidFill>
                  <a:srgbClr val="56D5D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AGENT-NATIVE SLIDES  /  A LIVING DECK</a:t>
            </a:r>
            <a:endParaRPr lang="en-US" sz="1350" dirty="0"/>
          </a:p>
        </p:txBody>
      </p:sp>
      <p:sp>
        <p:nvSpPr>
          <p:cNvPr id="5" name="Text 2"/>
          <p:cNvSpPr/>
          <p:nvPr/>
        </p:nvSpPr>
        <p:spPr>
          <a:xfrm>
            <a:off x="787400" y="1733550"/>
            <a:ext cx="9969500" cy="180975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6050" b="1" dirty="0">
                <a:solidFill>
                  <a:srgbClr val="F2F8F7"/>
                </a:solidFill>
                <a:latin typeface="SlidesSans" pitchFamily="34" charset="0"/>
                <a:ea typeface="SlidesSans" pitchFamily="34" charset="-122"/>
                <a:cs typeface="SlidesSans" pitchFamily="34" charset="-120"/>
              </a:rPr>
              <a:t>A presentation</a:t>
            </a:r>
            <a:endParaRPr lang="en-US" sz="6050" dirty="0"/>
          </a:p>
          <a:p>
            <a:pPr indent="0" marL="0">
              <a:buNone/>
            </a:pPr>
            <a:r>
              <a:rPr lang="en-US" sz="6050" b="1" dirty="0">
                <a:solidFill>
                  <a:srgbClr val="F2F8F7"/>
                </a:solidFill>
                <a:latin typeface="SlidesSans" pitchFamily="34" charset="0"/>
                <a:ea typeface="SlidesSans" pitchFamily="34" charset="-122"/>
                <a:cs typeface="SlidesSans" pitchFamily="34" charset="-120"/>
              </a:rPr>
              <a:t>that stays yours.</a:t>
            </a:r>
            <a:endParaRPr lang="en-US" sz="6050" dirty="0"/>
          </a:p>
        </p:txBody>
      </p:sp>
      <p:sp>
        <p:nvSpPr>
          <p:cNvPr id="6" name="Text 3"/>
          <p:cNvSpPr/>
          <p:nvPr/>
        </p:nvSpPr>
        <p:spPr>
          <a:xfrm>
            <a:off x="825500" y="3898900"/>
            <a:ext cx="8699500" cy="6350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950" dirty="0">
                <a:solidFill>
                  <a:srgbClr val="A8C6CC"/>
                </a:solidFill>
                <a:latin typeface="SlidesSans" pitchFamily="34" charset="0"/>
                <a:ea typeface="SlidesSans" pitchFamily="34" charset="-122"/>
                <a:cs typeface="SlidesSans" pitchFamily="34" charset="-120"/>
              </a:rPr>
              <a:t>From first idea to the next revision — in one editable HTML file.</a:t>
            </a:r>
            <a:endParaRPr lang="en-US" sz="1950" dirty="0"/>
          </a:p>
        </p:txBody>
      </p:sp>
      <p:sp>
        <p:nvSpPr>
          <p:cNvPr id="7" name="Shape 4"/>
          <p:cNvSpPr/>
          <p:nvPr/>
        </p:nvSpPr>
        <p:spPr>
          <a:xfrm>
            <a:off x="787400" y="5092700"/>
            <a:ext cx="10591800" cy="12700"/>
          </a:xfrm>
          <a:prstGeom prst="rect">
            <a:avLst/>
          </a:prstGeom>
          <a:solidFill>
            <a:srgbClr val="31515B"/>
          </a:solidFill>
          <a:ln w="12700">
            <a:solidFill>
              <a:srgbClr val="31515B"/>
            </a:solidFill>
            <a:prstDash val="solid"/>
          </a:ln>
        </p:spPr>
      </p:sp>
      <p:sp>
        <p:nvSpPr>
          <p:cNvPr id="8" name="Text 5"/>
          <p:cNvSpPr/>
          <p:nvPr/>
        </p:nvSpPr>
        <p:spPr>
          <a:xfrm>
            <a:off x="787400" y="5372100"/>
            <a:ext cx="10477500" cy="4445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350" dirty="0">
                <a:solidFill>
                  <a:srgbClr val="56D5D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PLAN    →    DESIGN    →    BUILD    →    EDIT    →    SAVE    →    PRESENT    →    EXPORT</a:t>
            </a:r>
            <a:endParaRPr lang="en-US" sz="1350" dirty="0"/>
          </a:p>
        </p:txBody>
      </p:sp>
      <p:sp>
        <p:nvSpPr>
          <p:cNvPr id="9" name="Text 6"/>
          <p:cNvSpPr/>
          <p:nvPr/>
        </p:nvSpPr>
        <p:spPr>
          <a:xfrm>
            <a:off x="787400" y="6108700"/>
            <a:ext cx="8890000" cy="28575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100" dirty="0">
                <a:solidFill>
                  <a:srgbClr val="70939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1920 × 1080  ·  53 design languages  ·  human + agent</a:t>
            </a:r>
            <a:endParaRPr lang="en-US" sz="11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787400" y="622300"/>
            <a:ext cx="3810000" cy="28575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300" dirty="0">
                <a:solidFill>
                  <a:srgbClr val="56D5D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01 / EVIDENCE</a:t>
            </a:r>
            <a:endParaRPr lang="en-US" sz="1300" dirty="0"/>
          </a:p>
        </p:txBody>
      </p:sp>
      <p:sp>
        <p:nvSpPr>
          <p:cNvPr id="4" name="Text 1"/>
          <p:cNvSpPr/>
          <p:nvPr/>
        </p:nvSpPr>
        <p:spPr>
          <a:xfrm>
            <a:off x="787400" y="1206500"/>
            <a:ext cx="10160000" cy="130175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4100" b="1" dirty="0">
                <a:solidFill>
                  <a:srgbClr val="F2F8F7"/>
                </a:solidFill>
                <a:latin typeface="SlidesSans" pitchFamily="34" charset="0"/>
                <a:ea typeface="SlidesSans" pitchFamily="34" charset="-122"/>
                <a:cs typeface="SlidesSans" pitchFamily="34" charset="-120"/>
              </a:rPr>
              <a:t>The numbers can change.</a:t>
            </a:r>
            <a:endParaRPr lang="en-US" sz="4100" dirty="0"/>
          </a:p>
          <a:p>
            <a:pPr indent="0" marL="0">
              <a:buNone/>
            </a:pPr>
            <a:r>
              <a:rPr lang="en-US" sz="4100" b="1" dirty="0">
                <a:solidFill>
                  <a:srgbClr val="F2F8F7"/>
                </a:solidFill>
                <a:latin typeface="SlidesSans" pitchFamily="34" charset="0"/>
                <a:ea typeface="SlidesSans" pitchFamily="34" charset="-122"/>
                <a:cs typeface="SlidesSans" pitchFamily="34" charset="-120"/>
              </a:rPr>
              <a:t>The story can too.</a:t>
            </a:r>
            <a:endParaRPr lang="en-US" sz="4100" dirty="0"/>
          </a:p>
        </p:txBody>
      </p:sp>
      <p:sp>
        <p:nvSpPr>
          <p:cNvPr id="5" name="Text 2"/>
          <p:cNvSpPr/>
          <p:nvPr/>
        </p:nvSpPr>
        <p:spPr>
          <a:xfrm>
            <a:off x="806450" y="2781300"/>
            <a:ext cx="9525000" cy="47625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650" dirty="0">
                <a:solidFill>
                  <a:srgbClr val="A8C6CC"/>
                </a:solidFill>
                <a:latin typeface="SlidesSans" pitchFamily="34" charset="0"/>
                <a:ea typeface="SlidesSans" pitchFamily="34" charset="-122"/>
                <a:cs typeface="SlidesSans" pitchFamily="34" charset="-120"/>
              </a:rPr>
              <a:t>Edit the source values in the workbench; keep the chart editable in PowerPoint.</a:t>
            </a:r>
            <a:endParaRPr lang="en-US" sz="1650" dirty="0"/>
          </a:p>
        </p:txBody>
      </p:sp>
      <p:graphicFrame>
        <p:nvGraphicFramePr>
          <p:cNvPr id="6" name="Chart 0" descr=""/>
          <p:cNvGraphicFramePr/>
          <p:nvPr/>
        </p:nvGraphicFramePr>
        <p:xfrm>
          <a:off x="952500" y="3556000"/>
          <a:ext cx="7429500" cy="234950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7" name="Shape 3"/>
          <p:cNvSpPr/>
          <p:nvPr/>
        </p:nvSpPr>
        <p:spPr>
          <a:xfrm>
            <a:off x="8890000" y="3727450"/>
            <a:ext cx="2381250" cy="1866900"/>
          </a:xfrm>
          <a:prstGeom prst="rect">
            <a:avLst/>
          </a:prstGeom>
          <a:solidFill>
            <a:srgbClr val="15343E"/>
          </a:solidFill>
          <a:ln w="12700">
            <a:solidFill>
              <a:srgbClr val="15343E"/>
            </a:solidFill>
            <a:prstDash val="solid"/>
          </a:ln>
        </p:spPr>
      </p:sp>
      <p:sp>
        <p:nvSpPr>
          <p:cNvPr id="8" name="Text 4"/>
          <p:cNvSpPr/>
          <p:nvPr/>
        </p:nvSpPr>
        <p:spPr>
          <a:xfrm>
            <a:off x="9105900" y="4032250"/>
            <a:ext cx="1968500" cy="5715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3100" b="1" dirty="0">
                <a:solidFill>
                  <a:srgbClr val="56D5D0"/>
                </a:solidFill>
                <a:latin typeface="SlidesSans" pitchFamily="34" charset="0"/>
                <a:ea typeface="SlidesSans" pitchFamily="34" charset="-122"/>
                <a:cs typeface="SlidesSans" pitchFamily="34" charset="-120"/>
              </a:rPr>
              <a:t>1 file</a:t>
            </a:r>
            <a:endParaRPr lang="en-US" sz="3100" dirty="0"/>
          </a:p>
        </p:txBody>
      </p:sp>
      <p:sp>
        <p:nvSpPr>
          <p:cNvPr id="9" name="Text 5"/>
          <p:cNvSpPr/>
          <p:nvPr/>
        </p:nvSpPr>
        <p:spPr>
          <a:xfrm>
            <a:off x="9105900" y="4737100"/>
            <a:ext cx="1955800" cy="6223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400" dirty="0">
                <a:solidFill>
                  <a:srgbClr val="D9E8E9"/>
                </a:solidFill>
                <a:latin typeface="SlidesSans" pitchFamily="34" charset="0"/>
                <a:ea typeface="SlidesSans" pitchFamily="34" charset="-122"/>
                <a:cs typeface="SlidesSans" pitchFamily="34" charset="-120"/>
              </a:rPr>
              <a:t>The deck, editor and saved state travel together.</a:t>
            </a:r>
            <a:endParaRPr lang="en-US" sz="14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787400" y="622300"/>
            <a:ext cx="5080000" cy="28575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300" dirty="0">
                <a:solidFill>
                  <a:srgbClr val="56D5D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02 / COLLABORATE</a:t>
            </a:r>
            <a:endParaRPr lang="en-US" sz="1300" dirty="0"/>
          </a:p>
        </p:txBody>
      </p:sp>
      <p:sp>
        <p:nvSpPr>
          <p:cNvPr id="4" name="Text 1"/>
          <p:cNvSpPr/>
          <p:nvPr/>
        </p:nvSpPr>
        <p:spPr>
          <a:xfrm>
            <a:off x="787400" y="1206500"/>
            <a:ext cx="10477500" cy="13081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4000" b="1" dirty="0">
                <a:solidFill>
                  <a:srgbClr val="F2F8F7"/>
                </a:solidFill>
                <a:latin typeface="SlidesSans" pitchFamily="34" charset="0"/>
                <a:ea typeface="SlidesSans" pitchFamily="34" charset="-122"/>
                <a:cs typeface="SlidesSans" pitchFamily="34" charset="-120"/>
              </a:rPr>
              <a:t>Your saved edits become</a:t>
            </a:r>
            <a:endParaRPr lang="en-US" sz="4000" dirty="0"/>
          </a:p>
          <a:p>
            <a:pPr indent="0" marL="0">
              <a:buNone/>
            </a:pPr>
            <a:r>
              <a:rPr lang="en-US" sz="4000" b="1" dirty="0">
                <a:solidFill>
                  <a:srgbClr val="F2F8F7"/>
                </a:solidFill>
                <a:latin typeface="SlidesSans" pitchFamily="34" charset="0"/>
                <a:ea typeface="SlidesSans" pitchFamily="34" charset="-122"/>
                <a:cs typeface="SlidesSans" pitchFamily="34" charset="-120"/>
              </a:rPr>
              <a:t>the next starting point.</a:t>
            </a:r>
            <a:endParaRPr lang="en-US" sz="4000" dirty="0"/>
          </a:p>
        </p:txBody>
      </p:sp>
      <p:sp>
        <p:nvSpPr>
          <p:cNvPr id="5" name="Text 2"/>
          <p:cNvSpPr/>
          <p:nvPr/>
        </p:nvSpPr>
        <p:spPr>
          <a:xfrm>
            <a:off x="806450" y="2724150"/>
            <a:ext cx="9842500" cy="4445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600" dirty="0">
                <a:solidFill>
                  <a:srgbClr val="A8C6CC"/>
                </a:solidFill>
                <a:latin typeface="SlidesSans" pitchFamily="34" charset="0"/>
                <a:ea typeface="SlidesSans" pitchFamily="34" charset="-122"/>
                <a:cs typeface="SlidesSans" pitchFamily="34" charset="-120"/>
              </a:rPr>
              <a:t>Stable objects, page order, notes and resources stay in the document model.</a:t>
            </a:r>
            <a:endParaRPr lang="en-US" sz="1600" dirty="0"/>
          </a:p>
        </p:txBody>
      </p:sp>
      <p:cxnSp>
        <p:nvCxnSpPr>
          <p:cNvPr id="6" name="Shape 3"/>
          <p:cNvCxnSpPr/>
          <p:nvPr/>
        </p:nvCxnSpPr>
        <p:spPr>
          <a:xfrm>
            <a:off x="2303780" y="4632325"/>
            <a:ext cx="3696970" cy="0"/>
          </a:xfrm>
          <a:prstGeom prst="line">
            <a:avLst/>
          </a:prstGeom>
          <a:noFill/>
          <a:ln w="25400">
            <a:solidFill>
              <a:srgbClr val="68BED0"/>
            </a:solidFill>
            <a:prstDash val="solid"/>
            <a:headEnd type="none"/>
            <a:tailEnd type="triangle"/>
          </a:ln>
        </p:spPr>
      </p:cxnSp>
      <p:cxnSp>
        <p:nvCxnSpPr>
          <p:cNvPr id="7" name="Shape 4"/>
          <p:cNvCxnSpPr/>
          <p:nvPr/>
        </p:nvCxnSpPr>
        <p:spPr>
          <a:xfrm>
            <a:off x="6000750" y="4632325"/>
            <a:ext cx="3696970" cy="0"/>
          </a:xfrm>
          <a:prstGeom prst="line">
            <a:avLst/>
          </a:prstGeom>
          <a:noFill/>
          <a:ln w="25400">
            <a:solidFill>
              <a:srgbClr val="68BED0"/>
            </a:solidFill>
            <a:prstDash val="solid"/>
            <a:headEnd type="none"/>
            <a:tailEnd type="triangle"/>
          </a:ln>
        </p:spPr>
      </p:cxnSp>
      <p:sp>
        <p:nvSpPr>
          <p:cNvPr id="8" name="Shape 5"/>
          <p:cNvSpPr/>
          <p:nvPr/>
        </p:nvSpPr>
        <p:spPr>
          <a:xfrm>
            <a:off x="1002030" y="4241800"/>
            <a:ext cx="2603500" cy="781050"/>
          </a:xfrm>
          <a:prstGeom prst="roundRect">
            <a:avLst>
              <a:gd name="adj" fmla="val 11707"/>
            </a:avLst>
          </a:prstGeom>
          <a:solidFill>
            <a:srgbClr val="244354"/>
          </a:solidFill>
          <a:ln w="12700">
            <a:solidFill>
              <a:srgbClr val="7AD5D7"/>
            </a:solidFill>
            <a:prstDash val="solid"/>
          </a:ln>
        </p:spPr>
      </p:sp>
      <p:sp>
        <p:nvSpPr>
          <p:cNvPr id="9" name="Text 6"/>
          <p:cNvSpPr/>
          <p:nvPr/>
        </p:nvSpPr>
        <p:spPr>
          <a:xfrm>
            <a:off x="1002030" y="4241800"/>
            <a:ext cx="2603500" cy="78105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Agent</a:t>
            </a:r>
            <a:endParaRPr lang="en-US" sz="1300" dirty="0"/>
          </a:p>
          <a:p>
            <a:pPr algn="ctr"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plans + designs</a:t>
            </a:r>
            <a:endParaRPr lang="en-US" sz="1300" dirty="0"/>
          </a:p>
        </p:txBody>
      </p:sp>
      <p:sp>
        <p:nvSpPr>
          <p:cNvPr id="10" name="Shape 7"/>
          <p:cNvSpPr/>
          <p:nvPr/>
        </p:nvSpPr>
        <p:spPr>
          <a:xfrm>
            <a:off x="4646930" y="4241800"/>
            <a:ext cx="2707640" cy="781050"/>
          </a:xfrm>
          <a:prstGeom prst="roundRect">
            <a:avLst>
              <a:gd name="adj" fmla="val 11707"/>
            </a:avLst>
          </a:prstGeom>
          <a:solidFill>
            <a:srgbClr val="244354"/>
          </a:solidFill>
          <a:ln w="12700">
            <a:solidFill>
              <a:srgbClr val="7AD5D7"/>
            </a:solidFill>
            <a:prstDash val="solid"/>
          </a:ln>
        </p:spPr>
      </p:sp>
      <p:sp>
        <p:nvSpPr>
          <p:cNvPr id="11" name="Text 8"/>
          <p:cNvSpPr/>
          <p:nvPr/>
        </p:nvSpPr>
        <p:spPr>
          <a:xfrm>
            <a:off x="4646930" y="4241800"/>
            <a:ext cx="2707640" cy="78105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Single HTML</a:t>
            </a:r>
            <a:endParaRPr lang="en-US" sz="1300" dirty="0"/>
          </a:p>
          <a:p>
            <a:pPr algn="ctr"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model + workbench</a:t>
            </a:r>
            <a:endParaRPr lang="en-US" sz="1300" dirty="0"/>
          </a:p>
        </p:txBody>
      </p:sp>
      <p:sp>
        <p:nvSpPr>
          <p:cNvPr id="12" name="Shape 9"/>
          <p:cNvSpPr/>
          <p:nvPr/>
        </p:nvSpPr>
        <p:spPr>
          <a:xfrm>
            <a:off x="8395970" y="4241800"/>
            <a:ext cx="2603500" cy="781050"/>
          </a:xfrm>
          <a:prstGeom prst="roundRect">
            <a:avLst>
              <a:gd name="adj" fmla="val 11707"/>
            </a:avLst>
          </a:prstGeom>
          <a:solidFill>
            <a:srgbClr val="244354"/>
          </a:solidFill>
          <a:ln w="12700">
            <a:solidFill>
              <a:srgbClr val="7AD5D7"/>
            </a:solidFill>
            <a:prstDash val="solid"/>
          </a:ln>
        </p:spPr>
      </p:sp>
      <p:sp>
        <p:nvSpPr>
          <p:cNvPr id="13" name="Text 10"/>
          <p:cNvSpPr/>
          <p:nvPr/>
        </p:nvSpPr>
        <p:spPr>
          <a:xfrm>
            <a:off x="8395970" y="4241800"/>
            <a:ext cx="2603500" cy="78105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Human</a:t>
            </a:r>
            <a:endParaRPr lang="en-US" sz="1300" dirty="0"/>
          </a:p>
          <a:p>
            <a:pPr algn="ctr"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edits + saves</a:t>
            </a:r>
            <a:endParaRPr lang="en-US" sz="1300" dirty="0"/>
          </a:p>
        </p:txBody>
      </p:sp>
      <p:sp>
        <p:nvSpPr>
          <p:cNvPr id="14" name="Text 11"/>
          <p:cNvSpPr/>
          <p:nvPr/>
        </p:nvSpPr>
        <p:spPr>
          <a:xfrm>
            <a:off x="793750" y="6000750"/>
            <a:ext cx="9842500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300" dirty="0">
                <a:solidFill>
                  <a:srgbClr val="56D5D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Continue:  extract-document.js saved.html current.json</a:t>
            </a:r>
            <a:endParaRPr lang="en-US" sz="13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3</Slides>
  <Notes>3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</vt:i4>
      </vt:variant>
    </vt:vector>
  </HeadingPairs>
  <TitlesOfParts>
    <vt:vector size="6" baseType="lpstr">
      <vt:lpstr>Arial</vt:lpstr>
      <vt:lpstr>Calibri</vt:lpstr>
      <vt:lpstr>Office Theme</vt:lpstr>
      <vt:lpstr>Slide 1</vt:lpstr>
      <vt:lpstr>Slide 2</vt:lpstr>
      <vt:lpstr>Slide 3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A presentation that stays yours</dc:title>
  <dc:subject>Agent-native-slides input SHA256 920e2f86abaa9ce8dfce56ed07c6ed39920a0b8816df2ea17b62762685f03658</dc:subject>
  <dc:creator>PptxGenJS</dc:creator>
  <cp:lastModifiedBy>PptxGenJS</cp:lastModifiedBy>
  <cp:revision>1</cp:revision>
  <dcterms:created xsi:type="dcterms:W3CDTF">2026-10-01T04:58:28Z</dcterms:created>
  <dcterms:modified xsi:type="dcterms:W3CDTF">2026-10-01T04:58:28Z</dcterms:modified>
</cp:coreProperties>
</file>